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제품 요구사항 정의서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Jet-Rag 이관 스파이크 · 2026년 9월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배경과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현행 백엔드는 Railway 에서 구동된다.</a:t>
            </a:r>
          </a:p>
          <a:p>
            <a:r>
              <a:t>Supabase Edge Functions 는 요청당 CPU 2초 제한이 있다.</a:t>
            </a:r>
          </a:p>
          <a:p>
            <a:r>
              <a:t>인제스트는 페이지 단위로 팬아웃해야 한다.</a:t>
            </a:r>
          </a:p>
          <a:p>
            <a:r>
              <a:t>Parser layer must run as WebAssembly.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그룹 도형 처리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914400" y="1828800"/>
            <a:ext cx="2743200" cy="2011680"/>
            <a:chOff x="0" y="0"/>
            <a:chExt cx="0" cy="0"/>
          </a:xfrm>
        </p:grpSpPr>
        <p:sp>
          <p:nvSpPr>
            <p:cNvPr id="3" name="TextBox 2"/>
            <p:cNvSpPr txBox="1"/>
            <p:nvPr/>
          </p:nvSpPr>
          <p:spPr>
            <a:xfrm>
              <a:off x="914400" y="182880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그룹 안 첫 번째 상자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914400" y="2926080"/>
              <a:ext cx="2743200" cy="9144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그룹 안 두 번째 상자 — 재귀 순회 확인용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판정 기준표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기준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결과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/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2초 미만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통과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400"/>
                        <a:t>텍스트 유사도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0.95 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통과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